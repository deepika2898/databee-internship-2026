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F19FB4-9DC9-4556-9E01-149285EF83C7}" v="1" dt="2026-04-14T08:29: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pika Elangovan" userId="ed60df409e68e2ac" providerId="LiveId" clId="{6E4C5B53-E3A2-4346-8970-D207E97DEA15}"/>
    <pc:docChg chg="custSel addSld modSld">
      <pc:chgData name="Deepika Elangovan" userId="ed60df409e68e2ac" providerId="LiveId" clId="{6E4C5B53-E3A2-4346-8970-D207E97DEA15}" dt="2026-04-19T09:01:49.804" v="229" actId="1076"/>
      <pc:docMkLst>
        <pc:docMk/>
      </pc:docMkLst>
      <pc:sldChg chg="modSp mod">
        <pc:chgData name="Deepika Elangovan" userId="ed60df409e68e2ac" providerId="LiveId" clId="{6E4C5B53-E3A2-4346-8970-D207E97DEA15}" dt="2026-04-19T08:58:01.086" v="198" actId="6549"/>
        <pc:sldMkLst>
          <pc:docMk/>
          <pc:sldMk cId="869943495" sldId="257"/>
        </pc:sldMkLst>
        <pc:spChg chg="mod">
          <ac:chgData name="Deepika Elangovan" userId="ed60df409e68e2ac" providerId="LiveId" clId="{6E4C5B53-E3A2-4346-8970-D207E97DEA15}" dt="2026-04-19T08:58:01.086" v="198" actId="6549"/>
          <ac:spMkLst>
            <pc:docMk/>
            <pc:sldMk cId="869943495" sldId="257"/>
            <ac:spMk id="3" creationId="{656F3467-3DD4-2CD4-846C-1CC98256B919}"/>
          </ac:spMkLst>
        </pc:spChg>
      </pc:sldChg>
      <pc:sldChg chg="modSp mod">
        <pc:chgData name="Deepika Elangovan" userId="ed60df409e68e2ac" providerId="LiveId" clId="{6E4C5B53-E3A2-4346-8970-D207E97DEA15}" dt="2026-04-14T08:29:36.173" v="145" actId="27636"/>
        <pc:sldMkLst>
          <pc:docMk/>
          <pc:sldMk cId="72751283" sldId="259"/>
        </pc:sldMkLst>
        <pc:spChg chg="mod">
          <ac:chgData name="Deepika Elangovan" userId="ed60df409e68e2ac" providerId="LiveId" clId="{6E4C5B53-E3A2-4346-8970-D207E97DEA15}" dt="2026-04-14T08:29:36.173" v="145" actId="27636"/>
          <ac:spMkLst>
            <pc:docMk/>
            <pc:sldMk cId="72751283" sldId="259"/>
            <ac:spMk id="3" creationId="{D21FE5DF-AA35-10FF-48DE-4770E9E09DAB}"/>
          </ac:spMkLst>
        </pc:spChg>
      </pc:sldChg>
      <pc:sldChg chg="addSp delSp modSp new mod">
        <pc:chgData name="Deepika Elangovan" userId="ed60df409e68e2ac" providerId="LiveId" clId="{6E4C5B53-E3A2-4346-8970-D207E97DEA15}" dt="2026-04-19T09:01:49.804" v="229" actId="1076"/>
        <pc:sldMkLst>
          <pc:docMk/>
          <pc:sldMk cId="3479910509" sldId="260"/>
        </pc:sldMkLst>
        <pc:spChg chg="mod">
          <ac:chgData name="Deepika Elangovan" userId="ed60df409e68e2ac" providerId="LiveId" clId="{6E4C5B53-E3A2-4346-8970-D207E97DEA15}" dt="2026-04-19T09:01:46.883" v="228" actId="1076"/>
          <ac:spMkLst>
            <pc:docMk/>
            <pc:sldMk cId="3479910509" sldId="260"/>
            <ac:spMk id="2" creationId="{A2750960-4CBF-A628-BAD1-284FB484B362}"/>
          </ac:spMkLst>
        </pc:spChg>
        <pc:spChg chg="del">
          <ac:chgData name="Deepika Elangovan" userId="ed60df409e68e2ac" providerId="LiveId" clId="{6E4C5B53-E3A2-4346-8970-D207E97DEA15}" dt="2026-04-19T09:00:45.933" v="200" actId="22"/>
          <ac:spMkLst>
            <pc:docMk/>
            <pc:sldMk cId="3479910509" sldId="260"/>
            <ac:spMk id="3" creationId="{09DE8CA4-78D4-B96E-2397-AFCC64FB5518}"/>
          </ac:spMkLst>
        </pc:spChg>
        <pc:picChg chg="add mod ord">
          <ac:chgData name="Deepika Elangovan" userId="ed60df409e68e2ac" providerId="LiveId" clId="{6E4C5B53-E3A2-4346-8970-D207E97DEA15}" dt="2026-04-19T09:01:49.804" v="229" actId="1076"/>
          <ac:picMkLst>
            <pc:docMk/>
            <pc:sldMk cId="3479910509" sldId="260"/>
            <ac:picMk id="5" creationId="{FED4497F-5E82-461B-D30E-23D302FB061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60A12-F797-C3B2-F076-756564E6BF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FFA692-8E29-5692-31DD-69DC2B33C3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DE531-15A3-C6A1-8DB5-E09F4E3AB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FA-BBDE-4152-B6BA-600D87103635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DDE47-41FF-8241-AC87-C931AE4C8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A2B3A-2ACB-B5E6-21A2-11F163398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B3CD6-5578-4937-B256-DC2D2C660B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383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201C7-F903-2BB1-C794-75F39926A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86B2C-16A7-68E5-9F34-134E7B810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F555E-F8AF-0514-8FA1-D76BBACA6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FA-BBDE-4152-B6BA-600D87103635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351A8-87C7-FC44-0A0D-A94497E33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1F61B-8424-2E6C-FCB0-BF5B86178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B3CD6-5578-4937-B256-DC2D2C660B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9037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92EAD-BEA9-7F64-0B01-A466CD95D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3F1AE0-FAA1-0FEB-D612-ED80B23B2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67F15-9405-724B-5C4E-A21E2C8E2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FA-BBDE-4152-B6BA-600D87103635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89BFA-8697-22CC-FC33-D9AAD42CE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BCFA26-2CE0-D29B-BEC5-9A9B0A0AD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B3CD6-5578-4937-B256-DC2D2C660B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578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42F5B-223E-A23D-A1CD-38495A421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6D714-C497-659F-4AEF-77875763BA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50D94C-13B7-249D-563C-4D70118820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5EBE7C-4734-C4AD-320E-4BF00381D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FA-BBDE-4152-B6BA-600D87103635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C737E7-9D03-384E-024D-510F52C3D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C64DD7-1E4E-C600-4B3D-40F2AE70E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B3CD6-5578-4937-B256-DC2D2C660B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2376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652DE-6A4E-E768-5086-8B85E8189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1321D4-7D43-DBA8-50A3-AD3636BF96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508BA8-B79B-D39B-2632-ADC30B0B8F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D9084A-E699-969A-411D-180CC33812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3289B2-637B-705E-3AAC-6FA4E552E4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2B8053-C597-3809-7065-455278D49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FA-BBDE-4152-B6BA-600D87103635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9AD474-CAB0-B285-1B11-95114F435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E1F4CE-ECB6-BF3A-6CB0-DB47E9984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B3CD6-5578-4937-B256-DC2D2C660B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3470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A9B1E-5FE6-72F3-8AC8-1BAF036C2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F044B2-0E54-2005-CDE3-39763CBF1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FA-BBDE-4152-B6BA-600D87103635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B5556A-2A48-F313-C424-25204754B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260583-7C94-64CF-9FBB-2482E89FD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B3CD6-5578-4937-B256-DC2D2C660B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4662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447C83-73EA-7C34-1C0F-F6D7F7B41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FA-BBDE-4152-B6BA-600D87103635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7AD8B7-EAC7-B1D4-5B9B-845587DF9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04582E-0E78-DF9C-74C0-8410A2C7A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B3CD6-5578-4937-B256-DC2D2C660B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3938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9F387-137F-877A-D327-04752B6C4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28359-0142-5F34-F9E0-2A2C0A294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6288D9-AA78-6330-D492-986901156E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808C52-BD72-90C4-EACE-35CD019F4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FA-BBDE-4152-B6BA-600D87103635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3DF4A3-9955-5DCF-34C7-EFD783ED9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1BCAAD-93B1-0E4F-E01C-90545F231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B3CD6-5578-4937-B256-DC2D2C660B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3105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8E49F-23C7-CD71-3ECA-B0DCCA6D0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A67E3B-E22F-DA7F-F02E-97FFB35EDA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02FDD0-875D-9C3B-08DE-453F99CA21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C09911-32A8-1495-9FC4-6C7F69447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FA-BBDE-4152-B6BA-600D87103635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A8454D-64B6-3146-D6D6-0C640CCE4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851-BE62-EA7C-E668-AF3EB4502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B3CD6-5578-4937-B256-DC2D2C660B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8590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64B5E-3F9F-06C9-8307-5AAE95945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F64F61-678E-13E9-F675-749A2179E9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B6414-ABEB-9C1C-BE57-ED0364682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FA-BBDE-4152-B6BA-600D87103635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B3042-016D-ABAD-96EA-5345072B3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22085-7DDF-D3C7-D4CB-094861CED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B3CD6-5578-4937-B256-DC2D2C660B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231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BD2CE6-505C-6304-8C8B-02712C26D1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C74ED8-DE98-E3CE-526C-D3D0FFEC00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7B0D4-2DB1-2902-8C09-ACBF0BC61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FA-BBDE-4152-B6BA-600D87103635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D98ED-ABBA-352A-2F16-4260B6E35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3518D-2E41-055E-7C56-7B875CF14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B3CD6-5578-4937-B256-DC2D2C660B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5046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F31D80-49AF-B364-6FBB-1F6DAF21B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958220-C7B4-CF67-8E3A-BBD8CE77B9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10F2AF-4D42-5FB4-EC86-6FBB2477A3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637BFA-BBDE-4152-B6BA-600D87103635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61602-6BC8-64E1-9539-B37ABC0C01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4D8552-5CB5-07EC-ED11-75DDF7889C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EB3CD6-5578-4937-B256-DC2D2C660B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4451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254C3-2ABB-7711-1269-89EAF29627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CI/CD with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3D0A74-F19A-FF0A-B924-4F59F61025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305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E0433-9B09-226A-E55A-433BD2465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13D59-8164-6A5D-F274-6DF85ECF68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302" y="81598"/>
            <a:ext cx="10701528" cy="733869"/>
          </a:xfrm>
        </p:spPr>
        <p:txBody>
          <a:bodyPr>
            <a:noAutofit/>
          </a:bodyPr>
          <a:lstStyle/>
          <a:p>
            <a:pPr algn="l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 / CD – Continuous Integration &amp; Continuous Deployment/Delivery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6F3467-3DD4-2CD4-846C-1CC98256B9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8214" y="1096582"/>
            <a:ext cx="10984992" cy="4847018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It's a set of practices and tools designed to improve the software development process by automating builds, testing, and deployment, enabling you to ship code changes faster and reliably.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Integration – Automatically builds, tests, and integrates code changes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Delivery – Deploy to production after manual approval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Deployment – Fully automated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production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1B0D62-9578-08A8-ACC1-9381BF90C4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8234" y="4023677"/>
            <a:ext cx="5829300" cy="27527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29E6BE-CC96-0A6F-3952-8E391A7E6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3906" y="3811480"/>
            <a:ext cx="6296786" cy="289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943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B328F-F13A-47A0-F084-7E2A4DC1D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56" y="0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8DAEB-6D8B-A7D6-6E72-696D96714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264" y="1167257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Actions is a CI/CD tool provided by GitHub that allows us to automate workflows using YAML configuration files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pipeline is defined inside a YAML file located in .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/workflows/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typical workflow might include steps like: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Checking out code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Installing dependencies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tests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the app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Deploying to any service like Azure/AWS or any service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1335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4DCB4-CFA0-A3CF-E5E6-5D306972D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" y="-146939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&amp; Kubernetes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FE5DF-AA35-10FF-48DE-4770E9E09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" y="993520"/>
            <a:ext cx="11871960" cy="574560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Docker: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Containerization Platform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Packages applications into containers, ensuring they run consistently across different environments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Image is created using Docker File.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File – contains instruction for building the source code.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Kubernetes: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 Orchestration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open-source platform designed to automate the deployment, scaling, and management of containerized applications.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basic unit that runs one or more containers.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stable way to expose an app and route traffic to changing Pods.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way to describe a desired app state and update it over time (often tied to rollouts and rollbacks).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machine in the cluster where Pods run.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plane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Components that manage cluster state and scheduling decisions.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51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50960-4CBF-A628-BAD1-284FB484B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752" y="0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 of Weather App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D4497F-5E82-461B-D30E-23D302FB06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2752" y="1053750"/>
            <a:ext cx="9817340" cy="475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9105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290</TotalTime>
  <Words>283</Words>
  <Application>Microsoft Office PowerPoint</Application>
  <PresentationFormat>Widescreen</PresentationFormat>
  <Paragraphs>30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Times New Roman</vt:lpstr>
      <vt:lpstr>Wingdings</vt:lpstr>
      <vt:lpstr>Office Theme</vt:lpstr>
      <vt:lpstr>CI/CD with Github Actions</vt:lpstr>
      <vt:lpstr>CI / CD – Continuous Integration &amp; Continuous Deployment/Delivery</vt:lpstr>
      <vt:lpstr>GitHub Actions</vt:lpstr>
      <vt:lpstr>Docker &amp; Kubernetes</vt:lpstr>
      <vt:lpstr>Screenshot of Weather App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Deepika Elangovan</dc:creator>
  <cp:lastModifiedBy>Deepika Elangovan</cp:lastModifiedBy>
  <cp:revision>1</cp:revision>
  <dcterms:created xsi:type="dcterms:W3CDTF">2026-04-13T19:49:54Z</dcterms:created>
  <dcterms:modified xsi:type="dcterms:W3CDTF">2026-04-19T09:01:56Z</dcterms:modified>
</cp:coreProperties>
</file>