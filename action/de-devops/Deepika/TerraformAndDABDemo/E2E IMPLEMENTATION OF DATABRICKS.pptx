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61" r:id="rId5"/>
    <p:sldId id="263" r:id="rId6"/>
    <p:sldId id="258" r:id="rId7"/>
    <p:sldId id="262" r:id="rId8"/>
    <p:sldId id="259" r:id="rId9"/>
    <p:sldId id="265" r:id="rId10"/>
    <p:sldId id="266" r:id="rId11"/>
    <p:sldId id="269" r:id="rId12"/>
    <p:sldId id="270" r:id="rId13"/>
    <p:sldId id="271" r:id="rId14"/>
    <p:sldId id="267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Elangovan" userId="ed60df409e68e2ac" providerId="LiveId" clId="{6E4C5B53-E3A2-4346-8970-D207E97DEA15}"/>
    <pc:docChg chg="undo custSel addSld delSld modSld">
      <pc:chgData name="Deepika Elangovan" userId="ed60df409e68e2ac" providerId="LiveId" clId="{6E4C5B53-E3A2-4346-8970-D207E97DEA15}" dt="2026-06-01T20:34:24.729" v="2130" actId="1035"/>
      <pc:docMkLst>
        <pc:docMk/>
      </pc:docMkLst>
      <pc:sldChg chg="modSp mod">
        <pc:chgData name="Deepika Elangovan" userId="ed60df409e68e2ac" providerId="LiveId" clId="{6E4C5B53-E3A2-4346-8970-D207E97DEA15}" dt="2026-05-29T07:28:12.647" v="1808" actId="2711"/>
        <pc:sldMkLst>
          <pc:docMk/>
          <pc:sldMk cId="590612568" sldId="256"/>
        </pc:sldMkLst>
        <pc:spChg chg="mod">
          <ac:chgData name="Deepika Elangovan" userId="ed60df409e68e2ac" providerId="LiveId" clId="{6E4C5B53-E3A2-4346-8970-D207E97DEA15}" dt="2026-05-29T07:28:12.647" v="1808" actId="2711"/>
          <ac:spMkLst>
            <pc:docMk/>
            <pc:sldMk cId="590612568" sldId="256"/>
            <ac:spMk id="2" creationId="{A04D2214-E9D3-5B02-E482-0440AD98BCA2}"/>
          </ac:spMkLst>
        </pc:spChg>
      </pc:sldChg>
      <pc:sldChg chg="modSp mod">
        <pc:chgData name="Deepika Elangovan" userId="ed60df409e68e2ac" providerId="LiveId" clId="{6E4C5B53-E3A2-4346-8970-D207E97DEA15}" dt="2026-05-23T06:02:55.533" v="1544" actId="2711"/>
        <pc:sldMkLst>
          <pc:docMk/>
          <pc:sldMk cId="1879082185" sldId="257"/>
        </pc:sldMkLst>
        <pc:spChg chg="mod">
          <ac:chgData name="Deepika Elangovan" userId="ed60df409e68e2ac" providerId="LiveId" clId="{6E4C5B53-E3A2-4346-8970-D207E97DEA15}" dt="2026-05-23T06:02:55.533" v="1544" actId="2711"/>
          <ac:spMkLst>
            <pc:docMk/>
            <pc:sldMk cId="1879082185" sldId="257"/>
            <ac:spMk id="2" creationId="{4CFAEF52-4EB7-6127-3E38-C4FAD573ADC4}"/>
          </ac:spMkLst>
        </pc:spChg>
        <pc:spChg chg="mod">
          <ac:chgData name="Deepika Elangovan" userId="ed60df409e68e2ac" providerId="LiveId" clId="{6E4C5B53-E3A2-4346-8970-D207E97DEA15}" dt="2026-05-23T06:02:50.136" v="1543" actId="2711"/>
          <ac:spMkLst>
            <pc:docMk/>
            <pc:sldMk cId="1879082185" sldId="257"/>
            <ac:spMk id="3" creationId="{56307578-27D1-24F8-7747-C1EDCD07CBC9}"/>
          </ac:spMkLst>
        </pc:spChg>
      </pc:sldChg>
      <pc:sldChg chg="modSp mod">
        <pc:chgData name="Deepika Elangovan" userId="ed60df409e68e2ac" providerId="LiveId" clId="{6E4C5B53-E3A2-4346-8970-D207E97DEA15}" dt="2026-05-29T07:39:06.564" v="1809" actId="6549"/>
        <pc:sldMkLst>
          <pc:docMk/>
          <pc:sldMk cId="3467760501" sldId="258"/>
        </pc:sldMkLst>
        <pc:spChg chg="mod">
          <ac:chgData name="Deepika Elangovan" userId="ed60df409e68e2ac" providerId="LiveId" clId="{6E4C5B53-E3A2-4346-8970-D207E97DEA15}" dt="2026-05-23T06:06:10.286" v="1640" actId="1076"/>
          <ac:spMkLst>
            <pc:docMk/>
            <pc:sldMk cId="3467760501" sldId="258"/>
            <ac:spMk id="2" creationId="{7905DD67-0ED4-5D3E-6868-4BA6CA15D812}"/>
          </ac:spMkLst>
        </pc:spChg>
        <pc:spChg chg="mod">
          <ac:chgData name="Deepika Elangovan" userId="ed60df409e68e2ac" providerId="LiveId" clId="{6E4C5B53-E3A2-4346-8970-D207E97DEA15}" dt="2026-05-29T07:39:06.564" v="1809" actId="6549"/>
          <ac:spMkLst>
            <pc:docMk/>
            <pc:sldMk cId="3467760501" sldId="258"/>
            <ac:spMk id="3" creationId="{A615AECB-5CA9-5529-F713-9F10CF35C856}"/>
          </ac:spMkLst>
        </pc:spChg>
      </pc:sldChg>
      <pc:sldChg chg="modSp mod">
        <pc:chgData name="Deepika Elangovan" userId="ed60df409e68e2ac" providerId="LiveId" clId="{6E4C5B53-E3A2-4346-8970-D207E97DEA15}" dt="2026-05-29T07:42:06.811" v="1877" actId="2711"/>
        <pc:sldMkLst>
          <pc:docMk/>
          <pc:sldMk cId="2238853008" sldId="259"/>
        </pc:sldMkLst>
        <pc:spChg chg="mod">
          <ac:chgData name="Deepika Elangovan" userId="ed60df409e68e2ac" providerId="LiveId" clId="{6E4C5B53-E3A2-4346-8970-D207E97DEA15}" dt="2026-05-29T07:42:06.811" v="1877" actId="2711"/>
          <ac:spMkLst>
            <pc:docMk/>
            <pc:sldMk cId="2238853008" sldId="259"/>
            <ac:spMk id="2" creationId="{468B85C1-2CEE-0517-B321-2152FA222EED}"/>
          </ac:spMkLst>
        </pc:spChg>
        <pc:spChg chg="mod">
          <ac:chgData name="Deepika Elangovan" userId="ed60df409e68e2ac" providerId="LiveId" clId="{6E4C5B53-E3A2-4346-8970-D207E97DEA15}" dt="2026-05-29T07:42:01.988" v="1876" actId="2711"/>
          <ac:spMkLst>
            <pc:docMk/>
            <pc:sldMk cId="2238853008" sldId="259"/>
            <ac:spMk id="3" creationId="{79B3F313-1164-785A-0F32-C2509F86B6D6}"/>
          </ac:spMkLst>
        </pc:spChg>
      </pc:sldChg>
      <pc:sldChg chg="addSp delSp modSp mod modClrScheme chgLayout">
        <pc:chgData name="Deepika Elangovan" userId="ed60df409e68e2ac" providerId="LiveId" clId="{6E4C5B53-E3A2-4346-8970-D207E97DEA15}" dt="2026-05-23T06:03:50.925" v="1551" actId="6549"/>
        <pc:sldMkLst>
          <pc:docMk/>
          <pc:sldMk cId="3760492426" sldId="261"/>
        </pc:sldMkLst>
        <pc:spChg chg="mod ord">
          <ac:chgData name="Deepika Elangovan" userId="ed60df409e68e2ac" providerId="LiveId" clId="{6E4C5B53-E3A2-4346-8970-D207E97DEA15}" dt="2026-05-23T06:03:10.995" v="1545" actId="2711"/>
          <ac:spMkLst>
            <pc:docMk/>
            <pc:sldMk cId="3760492426" sldId="261"/>
            <ac:spMk id="2" creationId="{9BFBF4A3-89ED-30E0-142F-DC2F98CEA9B5}"/>
          </ac:spMkLst>
        </pc:spChg>
        <pc:spChg chg="add mod ord">
          <ac:chgData name="Deepika Elangovan" userId="ed60df409e68e2ac" providerId="LiveId" clId="{6E4C5B53-E3A2-4346-8970-D207E97DEA15}" dt="2026-05-23T06:03:50.925" v="1551" actId="6549"/>
          <ac:spMkLst>
            <pc:docMk/>
            <pc:sldMk cId="3760492426" sldId="261"/>
            <ac:spMk id="5" creationId="{A59E3278-24B3-8FF2-06B7-4E2F696C74C9}"/>
          </ac:spMkLst>
        </pc:spChg>
        <pc:picChg chg="mod">
          <ac:chgData name="Deepika Elangovan" userId="ed60df409e68e2ac" providerId="LiveId" clId="{6E4C5B53-E3A2-4346-8970-D207E97DEA15}" dt="2026-05-23T05:58:36.399" v="1472" actId="1038"/>
          <ac:picMkLst>
            <pc:docMk/>
            <pc:sldMk cId="3760492426" sldId="261"/>
            <ac:picMk id="4" creationId="{9A94CF7B-F527-4D9B-07C2-B6F675F0B3B4}"/>
          </ac:picMkLst>
        </pc:picChg>
      </pc:sldChg>
      <pc:sldChg chg="modSp mod">
        <pc:chgData name="Deepika Elangovan" userId="ed60df409e68e2ac" providerId="LiveId" clId="{6E4C5B53-E3A2-4346-8970-D207E97DEA15}" dt="2026-05-29T07:41:47.270" v="1875" actId="115"/>
        <pc:sldMkLst>
          <pc:docMk/>
          <pc:sldMk cId="3150615803" sldId="262"/>
        </pc:sldMkLst>
        <pc:spChg chg="mod">
          <ac:chgData name="Deepika Elangovan" userId="ed60df409e68e2ac" providerId="LiveId" clId="{6E4C5B53-E3A2-4346-8970-D207E97DEA15}" dt="2026-05-29T07:40:24.079" v="1811" actId="2711"/>
          <ac:spMkLst>
            <pc:docMk/>
            <pc:sldMk cId="3150615803" sldId="262"/>
            <ac:spMk id="2" creationId="{CD9EB6BE-FF3A-8C92-7A10-FD763D4FA44F}"/>
          </ac:spMkLst>
        </pc:spChg>
        <pc:spChg chg="mod">
          <ac:chgData name="Deepika Elangovan" userId="ed60df409e68e2ac" providerId="LiveId" clId="{6E4C5B53-E3A2-4346-8970-D207E97DEA15}" dt="2026-05-29T07:41:47.270" v="1875" actId="115"/>
          <ac:spMkLst>
            <pc:docMk/>
            <pc:sldMk cId="3150615803" sldId="262"/>
            <ac:spMk id="3" creationId="{47AE3F16-200D-3594-CD87-12C6E1756BEF}"/>
          </ac:spMkLst>
        </pc:spChg>
      </pc:sldChg>
      <pc:sldChg chg="modSp new mod">
        <pc:chgData name="Deepika Elangovan" userId="ed60df409e68e2ac" providerId="LiveId" clId="{6E4C5B53-E3A2-4346-8970-D207E97DEA15}" dt="2026-05-23T06:02:42.611" v="1542" actId="113"/>
        <pc:sldMkLst>
          <pc:docMk/>
          <pc:sldMk cId="581651463" sldId="264"/>
        </pc:sldMkLst>
        <pc:spChg chg="mod">
          <ac:chgData name="Deepika Elangovan" userId="ed60df409e68e2ac" providerId="LiveId" clId="{6E4C5B53-E3A2-4346-8970-D207E97DEA15}" dt="2026-05-23T06:02:39.089" v="1541" actId="20577"/>
          <ac:spMkLst>
            <pc:docMk/>
            <pc:sldMk cId="581651463" sldId="264"/>
            <ac:spMk id="2" creationId="{EB9C30FE-16DB-CE09-7583-06C0A3A98B2C}"/>
          </ac:spMkLst>
        </pc:spChg>
        <pc:spChg chg="mod">
          <ac:chgData name="Deepika Elangovan" userId="ed60df409e68e2ac" providerId="LiveId" clId="{6E4C5B53-E3A2-4346-8970-D207E97DEA15}" dt="2026-05-23T06:02:42.611" v="1542" actId="113"/>
          <ac:spMkLst>
            <pc:docMk/>
            <pc:sldMk cId="581651463" sldId="264"/>
            <ac:spMk id="3" creationId="{3CE39973-5CB3-3311-A2FF-54CD7A12FE1E}"/>
          </ac:spMkLst>
        </pc:spChg>
      </pc:sldChg>
      <pc:sldChg chg="addSp delSp modSp new mod chgLayout">
        <pc:chgData name="Deepika Elangovan" userId="ed60df409e68e2ac" providerId="LiveId" clId="{6E4C5B53-E3A2-4346-8970-D207E97DEA15}" dt="2026-05-30T08:07:44.596" v="1932" actId="113"/>
        <pc:sldMkLst>
          <pc:docMk/>
          <pc:sldMk cId="795782287" sldId="265"/>
        </pc:sldMkLst>
        <pc:spChg chg="mod ord">
          <ac:chgData name="Deepika Elangovan" userId="ed60df409e68e2ac" providerId="LiveId" clId="{6E4C5B53-E3A2-4346-8970-D207E97DEA15}" dt="2026-05-23T07:05:17.849" v="1709" actId="1076"/>
          <ac:spMkLst>
            <pc:docMk/>
            <pc:sldMk cId="795782287" sldId="265"/>
            <ac:spMk id="2" creationId="{7C947ED8-6D9B-C36D-8226-49C3DF6346ED}"/>
          </ac:spMkLst>
        </pc:spChg>
        <pc:spChg chg="add mod">
          <ac:chgData name="Deepika Elangovan" userId="ed60df409e68e2ac" providerId="LiveId" clId="{6E4C5B53-E3A2-4346-8970-D207E97DEA15}" dt="2026-05-30T08:07:44.596" v="1932" actId="113"/>
          <ac:spMkLst>
            <pc:docMk/>
            <pc:sldMk cId="795782287" sldId="265"/>
            <ac:spMk id="7" creationId="{7F6BDFF4-6B96-D694-DD12-61391ED262F6}"/>
          </ac:spMkLst>
        </pc:spChg>
      </pc:sldChg>
      <pc:sldChg chg="delSp modSp new mod">
        <pc:chgData name="Deepika Elangovan" userId="ed60df409e68e2ac" providerId="LiveId" clId="{6E4C5B53-E3A2-4346-8970-D207E97DEA15}" dt="2026-05-30T06:42:16.030" v="1914" actId="5793"/>
        <pc:sldMkLst>
          <pc:docMk/>
          <pc:sldMk cId="892105776" sldId="266"/>
        </pc:sldMkLst>
        <pc:spChg chg="mod">
          <ac:chgData name="Deepika Elangovan" userId="ed60df409e68e2ac" providerId="LiveId" clId="{6E4C5B53-E3A2-4346-8970-D207E97DEA15}" dt="2026-05-30T06:42:16.030" v="1914" actId="5793"/>
          <ac:spMkLst>
            <pc:docMk/>
            <pc:sldMk cId="892105776" sldId="266"/>
            <ac:spMk id="3" creationId="{F02C1A7F-D66D-FA79-3887-CC5311ACDF99}"/>
          </ac:spMkLst>
        </pc:spChg>
      </pc:sldChg>
      <pc:sldChg chg="addSp new mod">
        <pc:chgData name="Deepika Elangovan" userId="ed60df409e68e2ac" providerId="LiveId" clId="{6E4C5B53-E3A2-4346-8970-D207E97DEA15}" dt="2026-06-01T20:19:07.181" v="1934" actId="22"/>
        <pc:sldMkLst>
          <pc:docMk/>
          <pc:sldMk cId="1358072377" sldId="267"/>
        </pc:sldMkLst>
        <pc:picChg chg="add">
          <ac:chgData name="Deepika Elangovan" userId="ed60df409e68e2ac" providerId="LiveId" clId="{6E4C5B53-E3A2-4346-8970-D207E97DEA15}" dt="2026-06-01T20:19:07.181" v="1934" actId="22"/>
          <ac:picMkLst>
            <pc:docMk/>
            <pc:sldMk cId="1358072377" sldId="267"/>
            <ac:picMk id="3" creationId="{29B46DCE-C266-30E2-3142-6BF13369913A}"/>
          </ac:picMkLst>
        </pc:picChg>
      </pc:sldChg>
      <pc:sldChg chg="new del">
        <pc:chgData name="Deepika Elangovan" userId="ed60df409e68e2ac" providerId="LiveId" clId="{6E4C5B53-E3A2-4346-8970-D207E97DEA15}" dt="2026-06-01T20:19:30.106" v="1937" actId="47"/>
        <pc:sldMkLst>
          <pc:docMk/>
          <pc:sldMk cId="1752878713" sldId="268"/>
        </pc:sldMkLst>
      </pc:sldChg>
      <pc:sldChg chg="addSp new mod">
        <pc:chgData name="Deepika Elangovan" userId="ed60df409e68e2ac" providerId="LiveId" clId="{6E4C5B53-E3A2-4346-8970-D207E97DEA15}" dt="2026-06-01T20:20:16.546" v="1938" actId="22"/>
        <pc:sldMkLst>
          <pc:docMk/>
          <pc:sldMk cId="3296353309" sldId="269"/>
        </pc:sldMkLst>
        <pc:picChg chg="add">
          <ac:chgData name="Deepika Elangovan" userId="ed60df409e68e2ac" providerId="LiveId" clId="{6E4C5B53-E3A2-4346-8970-D207E97DEA15}" dt="2026-06-01T20:20:16.546" v="1938" actId="22"/>
          <ac:picMkLst>
            <pc:docMk/>
            <pc:sldMk cId="3296353309" sldId="269"/>
            <ac:picMk id="3" creationId="{65E69102-2A5D-F0E3-9CA6-D294CFCB5EFF}"/>
          </ac:picMkLst>
        </pc:picChg>
      </pc:sldChg>
      <pc:sldChg chg="addSp new mod">
        <pc:chgData name="Deepika Elangovan" userId="ed60df409e68e2ac" providerId="LiveId" clId="{6E4C5B53-E3A2-4346-8970-D207E97DEA15}" dt="2026-06-01T20:20:48.864" v="1940" actId="22"/>
        <pc:sldMkLst>
          <pc:docMk/>
          <pc:sldMk cId="3699037620" sldId="270"/>
        </pc:sldMkLst>
        <pc:picChg chg="add">
          <ac:chgData name="Deepika Elangovan" userId="ed60df409e68e2ac" providerId="LiveId" clId="{6E4C5B53-E3A2-4346-8970-D207E97DEA15}" dt="2026-06-01T20:20:48.864" v="1940" actId="22"/>
          <ac:picMkLst>
            <pc:docMk/>
            <pc:sldMk cId="3699037620" sldId="270"/>
            <ac:picMk id="3" creationId="{84AA6528-53DB-AD29-5964-CF83F280A8D5}"/>
          </ac:picMkLst>
        </pc:picChg>
      </pc:sldChg>
      <pc:sldChg chg="addSp modSp new mod">
        <pc:chgData name="Deepika Elangovan" userId="ed60df409e68e2ac" providerId="LiveId" clId="{6E4C5B53-E3A2-4346-8970-D207E97DEA15}" dt="2026-06-01T20:23:53.140" v="1955" actId="1076"/>
        <pc:sldMkLst>
          <pc:docMk/>
          <pc:sldMk cId="1080963781" sldId="271"/>
        </pc:sldMkLst>
        <pc:picChg chg="add mod">
          <ac:chgData name="Deepika Elangovan" userId="ed60df409e68e2ac" providerId="LiveId" clId="{6E4C5B53-E3A2-4346-8970-D207E97DEA15}" dt="2026-06-01T20:22:30.791" v="1953" actId="1038"/>
          <ac:picMkLst>
            <pc:docMk/>
            <pc:sldMk cId="1080963781" sldId="271"/>
            <ac:picMk id="3" creationId="{A0080457-0F04-BA16-8173-EA3DF67D5A50}"/>
          </ac:picMkLst>
        </pc:picChg>
        <pc:picChg chg="add mod">
          <ac:chgData name="Deepika Elangovan" userId="ed60df409e68e2ac" providerId="LiveId" clId="{6E4C5B53-E3A2-4346-8970-D207E97DEA15}" dt="2026-06-01T20:23:53.140" v="1955" actId="1076"/>
          <ac:picMkLst>
            <pc:docMk/>
            <pc:sldMk cId="1080963781" sldId="271"/>
            <ac:picMk id="5" creationId="{8D9AC26F-85AC-F170-9071-DB2F4D63EE2B}"/>
          </ac:picMkLst>
        </pc:picChg>
      </pc:sldChg>
      <pc:sldChg chg="addSp new mod">
        <pc:chgData name="Deepika Elangovan" userId="ed60df409e68e2ac" providerId="LiveId" clId="{6E4C5B53-E3A2-4346-8970-D207E97DEA15}" dt="2026-06-01T20:25:04.619" v="1957" actId="22"/>
        <pc:sldMkLst>
          <pc:docMk/>
          <pc:sldMk cId="766416900" sldId="272"/>
        </pc:sldMkLst>
        <pc:picChg chg="add">
          <ac:chgData name="Deepika Elangovan" userId="ed60df409e68e2ac" providerId="LiveId" clId="{6E4C5B53-E3A2-4346-8970-D207E97DEA15}" dt="2026-06-01T20:25:04.619" v="1957" actId="22"/>
          <ac:picMkLst>
            <pc:docMk/>
            <pc:sldMk cId="766416900" sldId="272"/>
            <ac:picMk id="3" creationId="{871F038A-87EC-8AFA-14FB-0BF69A781F41}"/>
          </ac:picMkLst>
        </pc:picChg>
      </pc:sldChg>
      <pc:sldChg chg="addSp modSp new mod modClrScheme chgLayout">
        <pc:chgData name="Deepika Elangovan" userId="ed60df409e68e2ac" providerId="LiveId" clId="{6E4C5B53-E3A2-4346-8970-D207E97DEA15}" dt="2026-06-01T20:27:19.659" v="1979" actId="1076"/>
        <pc:sldMkLst>
          <pc:docMk/>
          <pc:sldMk cId="2273150112" sldId="273"/>
        </pc:sldMkLst>
        <pc:spChg chg="add mod ord">
          <ac:chgData name="Deepika Elangovan" userId="ed60df409e68e2ac" providerId="LiveId" clId="{6E4C5B53-E3A2-4346-8970-D207E97DEA15}" dt="2026-06-01T20:27:19.659" v="1979" actId="1076"/>
          <ac:spMkLst>
            <pc:docMk/>
            <pc:sldMk cId="2273150112" sldId="273"/>
            <ac:spMk id="4" creationId="{E719FEB6-AADB-4CAF-27B0-CED276583347}"/>
          </ac:spMkLst>
        </pc:spChg>
        <pc:picChg chg="add">
          <ac:chgData name="Deepika Elangovan" userId="ed60df409e68e2ac" providerId="LiveId" clId="{6E4C5B53-E3A2-4346-8970-D207E97DEA15}" dt="2026-06-01T20:26:35.894" v="1959" actId="22"/>
          <ac:picMkLst>
            <pc:docMk/>
            <pc:sldMk cId="2273150112" sldId="273"/>
            <ac:picMk id="3" creationId="{221A705D-838D-BA95-C533-7B10048A4D6B}"/>
          </ac:picMkLst>
        </pc:picChg>
      </pc:sldChg>
      <pc:sldChg chg="addSp modSp new mod">
        <pc:chgData name="Deepika Elangovan" userId="ed60df409e68e2ac" providerId="LiveId" clId="{6E4C5B53-E3A2-4346-8970-D207E97DEA15}" dt="2026-06-01T20:30:21.233" v="2010" actId="208"/>
        <pc:sldMkLst>
          <pc:docMk/>
          <pc:sldMk cId="1922738442" sldId="274"/>
        </pc:sldMkLst>
        <pc:spChg chg="mod">
          <ac:chgData name="Deepika Elangovan" userId="ed60df409e68e2ac" providerId="LiveId" clId="{6E4C5B53-E3A2-4346-8970-D207E97DEA15}" dt="2026-06-01T20:29:36.388" v="2007" actId="20577"/>
          <ac:spMkLst>
            <pc:docMk/>
            <pc:sldMk cId="1922738442" sldId="274"/>
            <ac:spMk id="2" creationId="{52570E4C-421C-AB2B-9AD6-0D6F7753409B}"/>
          </ac:spMkLst>
        </pc:spChg>
        <pc:spChg chg="add mod">
          <ac:chgData name="Deepika Elangovan" userId="ed60df409e68e2ac" providerId="LiveId" clId="{6E4C5B53-E3A2-4346-8970-D207E97DEA15}" dt="2026-06-01T20:30:21.233" v="2010" actId="208"/>
          <ac:spMkLst>
            <pc:docMk/>
            <pc:sldMk cId="1922738442" sldId="274"/>
            <ac:spMk id="5" creationId="{6EB4F762-4A79-2F31-90F1-CC6D9CBCAD2A}"/>
          </ac:spMkLst>
        </pc:spChg>
        <pc:picChg chg="add">
          <ac:chgData name="Deepika Elangovan" userId="ed60df409e68e2ac" providerId="LiveId" clId="{6E4C5B53-E3A2-4346-8970-D207E97DEA15}" dt="2026-06-01T20:29:00.351" v="1983" actId="22"/>
          <ac:picMkLst>
            <pc:docMk/>
            <pc:sldMk cId="1922738442" sldId="274"/>
            <ac:picMk id="4" creationId="{4CD29885-6CD1-FDA8-EDBF-286643A63920}"/>
          </ac:picMkLst>
        </pc:picChg>
      </pc:sldChg>
      <pc:sldChg chg="addSp new mod">
        <pc:chgData name="Deepika Elangovan" userId="ed60df409e68e2ac" providerId="LiveId" clId="{6E4C5B53-E3A2-4346-8970-D207E97DEA15}" dt="2026-06-01T20:31:05.497" v="2011" actId="22"/>
        <pc:sldMkLst>
          <pc:docMk/>
          <pc:sldMk cId="991454410" sldId="275"/>
        </pc:sldMkLst>
        <pc:picChg chg="add">
          <ac:chgData name="Deepika Elangovan" userId="ed60df409e68e2ac" providerId="LiveId" clId="{6E4C5B53-E3A2-4346-8970-D207E97DEA15}" dt="2026-06-01T20:31:05.497" v="2011" actId="22"/>
          <ac:picMkLst>
            <pc:docMk/>
            <pc:sldMk cId="991454410" sldId="275"/>
            <ac:picMk id="4" creationId="{593FE25E-9F05-0C8F-ED6E-2F942D1930E7}"/>
          </ac:picMkLst>
        </pc:picChg>
      </pc:sldChg>
      <pc:sldChg chg="addSp modSp new mod">
        <pc:chgData name="Deepika Elangovan" userId="ed60df409e68e2ac" providerId="LiveId" clId="{6E4C5B53-E3A2-4346-8970-D207E97DEA15}" dt="2026-06-01T20:33:18.578" v="2082" actId="20577"/>
        <pc:sldMkLst>
          <pc:docMk/>
          <pc:sldMk cId="3580813454" sldId="276"/>
        </pc:sldMkLst>
        <pc:spChg chg="mod">
          <ac:chgData name="Deepika Elangovan" userId="ed60df409e68e2ac" providerId="LiveId" clId="{6E4C5B53-E3A2-4346-8970-D207E97DEA15}" dt="2026-06-01T20:33:18.578" v="2082" actId="20577"/>
          <ac:spMkLst>
            <pc:docMk/>
            <pc:sldMk cId="3580813454" sldId="276"/>
            <ac:spMk id="2" creationId="{C56C7855-A074-619A-953A-6ACC03D7C579}"/>
          </ac:spMkLst>
        </pc:spChg>
        <pc:picChg chg="add mod">
          <ac:chgData name="Deepika Elangovan" userId="ed60df409e68e2ac" providerId="LiveId" clId="{6E4C5B53-E3A2-4346-8970-D207E97DEA15}" dt="2026-06-01T20:32:16.754" v="2081" actId="1035"/>
          <ac:picMkLst>
            <pc:docMk/>
            <pc:sldMk cId="3580813454" sldId="276"/>
            <ac:picMk id="4" creationId="{D6BFD922-4640-BFB5-84B8-35D867D1563A}"/>
          </ac:picMkLst>
        </pc:picChg>
      </pc:sldChg>
      <pc:sldChg chg="addSp modSp new mod">
        <pc:chgData name="Deepika Elangovan" userId="ed60df409e68e2ac" providerId="LiveId" clId="{6E4C5B53-E3A2-4346-8970-D207E97DEA15}" dt="2026-06-01T20:34:24.729" v="2130" actId="1035"/>
        <pc:sldMkLst>
          <pc:docMk/>
          <pc:sldMk cId="1409527700" sldId="277"/>
        </pc:sldMkLst>
        <pc:picChg chg="add mod">
          <ac:chgData name="Deepika Elangovan" userId="ed60df409e68e2ac" providerId="LiveId" clId="{6E4C5B53-E3A2-4346-8970-D207E97DEA15}" dt="2026-06-01T20:34:18.085" v="2120" actId="14100"/>
          <ac:picMkLst>
            <pc:docMk/>
            <pc:sldMk cId="1409527700" sldId="277"/>
            <ac:picMk id="3" creationId="{6204FF96-EA7F-0C19-5221-D3CC0219B8C8}"/>
          </ac:picMkLst>
        </pc:picChg>
        <pc:picChg chg="add mod">
          <ac:chgData name="Deepika Elangovan" userId="ed60df409e68e2ac" providerId="LiveId" clId="{6E4C5B53-E3A2-4346-8970-D207E97DEA15}" dt="2026-06-01T20:34:24.729" v="2130" actId="1035"/>
          <ac:picMkLst>
            <pc:docMk/>
            <pc:sldMk cId="1409527700" sldId="277"/>
            <ac:picMk id="5" creationId="{40CFE7B6-AE9B-3544-6774-42B49698015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D4CD6-65D0-41F7-6F6B-F1BB5E390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78E3E-DDC6-894B-4ABC-D76D4010D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EF7DC-97CA-DE6C-5A7E-A2E2150CA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EC1EF-9317-4CCC-A2AC-CD0E83C04132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A1BEC-E17D-7433-EF60-018428193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7D2CE-71E9-9007-5A2F-16E4DAF4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22434-7592-429B-8722-FAF6AFB20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951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2BEA2-D474-B1FE-9BEE-EB8769E36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82CA1-A70E-BE44-4E3F-535108F5D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B27E2-EB34-AA12-9A96-84D0AE00E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EC1EF-9317-4CCC-A2AC-CD0E83C04132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CF666-2B18-01FD-B588-F2CA309E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B9A33-5F36-C209-DB03-6528A1595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22434-7592-429B-8722-FAF6AFB20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4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8B459-D800-2BEB-98BE-07765B7D6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144F6-8A55-0FBA-AD4D-55D3FFDAE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1E33A-9A23-CEDE-32F4-3E18D2B12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EC1EF-9317-4CCC-A2AC-CD0E83C04132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2A99D-5F76-780B-6A28-44345319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EBE4D-5FB4-F893-CF7C-7F0DA3BE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22434-7592-429B-8722-FAF6AFB20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42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CA85-10CE-9288-02E4-9B233B4D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227A0-74ED-AB63-91E4-1B6125D7FB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ECAB7-70A7-B88B-CBBE-7E7353224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45588-16FA-52BB-D133-249E7D934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EC1EF-9317-4CCC-A2AC-CD0E83C04132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8F966-722B-0DE4-9F1B-274F7A4FE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B6EAB-5928-A091-4302-3A7FC3540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22434-7592-429B-8722-FAF6AFB20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679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72F1C-15B2-B836-3806-DDC0C50B6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DF7B5-83C9-9DEE-24DB-39FBDFC1E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65B583-D740-C9B2-12A2-1B8C3D9D7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C19C7B-00C5-ABCB-0462-8249D5431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756DAC-DCD3-31E0-1E23-DE55AC508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19C0A6-AA22-8606-E59B-2566408A3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EC1EF-9317-4CCC-A2AC-CD0E83C04132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63D249-453D-15DE-7A92-F1643C107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D7537E-3C04-DF01-57F7-DE25A013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22434-7592-429B-8722-FAF6AFB20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859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EEC2A-79E2-8740-06CA-8E071007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5D52C-3D7B-7448-07EF-DB73E2C21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EC1EF-9317-4CCC-A2AC-CD0E83C04132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54B35-4212-E6AD-E758-4A484D46B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E63056-1D8F-0AD4-B297-1568102FB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22434-7592-429B-8722-FAF6AFB20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782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79D304-450C-C89F-46C0-A7F6AD899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EC1EF-9317-4CCC-A2AC-CD0E83C04132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38BECB-84DE-C04A-16D6-DD8F8954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C946F-BBB4-772E-29B5-092D0ECA9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22434-7592-429B-8722-FAF6AFB20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962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A0D4F-3738-88E9-5B93-AF779F94E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D38C0-27D5-CEC8-80AA-D385BAEE0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E222A-949C-4202-6317-13E191F14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D4723-61AA-7D60-6961-3C7DD8A9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EC1EF-9317-4CCC-A2AC-CD0E83C04132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E586D-455B-76FC-BC17-B7FA1771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05C74-3584-0887-FAAC-BFFED0363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22434-7592-429B-8722-FAF6AFB20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89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635C7-90BF-3F52-04F8-DF2267CE2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97236A-21C1-A784-DF56-C46EAFE306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17AE7-94EF-738E-69DC-EAC4C0DF32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DAE26-C010-ECF4-AB8B-A7BA29498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EC1EF-9317-4CCC-A2AC-CD0E83C04132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8F8F4-9604-4E40-DAA6-10D590125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ACB72-0573-70A6-BDFC-DF1C6BC04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22434-7592-429B-8722-FAF6AFB20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585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A68EB-A932-2404-F0AE-1100B19D4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828EC-4E49-C672-8E50-F29F71DCA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F632A-B41D-FE6B-E31B-12466DF6A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EC1EF-9317-4CCC-A2AC-CD0E83C04132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6F479-12CC-AD08-3843-AC078B85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07351-4A9C-0A20-B8AE-8EE9E01F4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22434-7592-429B-8722-FAF6AFB20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2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4E3049-2F73-E453-826D-2FB247C541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E1CCB-F510-BAE2-941D-1952689FB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0E096-D229-A890-0810-4E0FDC6AA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EC1EF-9317-4CCC-A2AC-CD0E83C04132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B9638-FADC-C6E1-B2CE-06A3CBB2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A535F-5BF6-019F-00D1-A94D1632F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22434-7592-429B-8722-FAF6AFB20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99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14DD95-C747-E32F-7E82-B1FCAF7C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EFFAD-DA5D-2B38-4605-E3068F487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A30A2-C009-F4BB-725E-429899CFC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3EC1EF-9317-4CCC-A2AC-CD0E83C04132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A1189-3ED6-1B61-6162-D11F412B1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F0621-042D-FBFD-961B-CBB4AF996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22434-7592-429B-8722-FAF6AFB20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66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D2214-E9D3-5B02-E482-0440AD98BC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E2E IMPLEMENTATION OF DATABRICKS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INFRASTRUCUTRE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8F47C-8CDE-A91F-3736-88624D0A69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612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C30FE-16DB-CE09-7583-06C0A3A98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191389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we are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39973-5CB3-3311-A2FF-54CD7A12F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45072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this – Everything was manual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consistency between environment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version control for infrastructure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describe every Azure and Databricks resources in terraform files, store them 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deploy it automatically via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action.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can be created with less time and easy to set up identical environments.</a:t>
            </a:r>
          </a:p>
        </p:txBody>
      </p:sp>
    </p:spTree>
    <p:extLst>
      <p:ext uri="{BB962C8B-B14F-4D97-AF65-F5344CB8AC3E}">
        <p14:creationId xmlns:p14="http://schemas.microsoft.com/office/powerpoint/2010/main" val="581651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EF52-4EB7-6127-3E38-C4FAD573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07578-27D1-24F8-7747-C1EDCD07C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576" y="135928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Portal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Databricks (azure workspace)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(Install terraform, AZ Cli, Databricks Cli)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created via terraform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Principle created in Microsoft Entra for authentication and role assignments are added for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(Contributor and User Access Administrator)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- Hosts the repository and runs pipeline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actions.</a:t>
            </a:r>
          </a:p>
        </p:txBody>
      </p:sp>
    </p:spTree>
    <p:extLst>
      <p:ext uri="{BB962C8B-B14F-4D97-AF65-F5344CB8AC3E}">
        <p14:creationId xmlns:p14="http://schemas.microsoft.com/office/powerpoint/2010/main" val="1879082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BF4A3-89ED-30E0-142F-DC2F98CEA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3" y="-237777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9E3278-24B3-8FF2-06B7-4E2F696C7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" y="745294"/>
            <a:ext cx="6608064" cy="563270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1 - platform-infra (Terraform)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repo creates the Azure and Databricks infrastructure - the workspace, virtual network, Unity Catalog, Key Vault, shared cluster.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2 - data-pipelines (Databricks Asset Bundles)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repo deploys ETL jobs, notebooks, and pipelines that run inside the workspace.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they connect - Key Vault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platform-infra deploys, it writes the workspace URL, cluster ID, and catalog name into Azure Key Vault.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data-pipelines pipeline reads those values from Key Vault — no hardcoded values anywhere.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94CF7B-F527-4D9B-07C2-B6F675F0B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-55079"/>
            <a:ext cx="6190488" cy="72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492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ABDA-503C-D57C-165C-7C645603F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228FBD-03D0-6C51-2E47-26F8B8825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295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5DD67-0ED4-5D3E-6868-4BA6CA15D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04" y="-73787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Platform-infra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what terraform modules creates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5AECB-5CA9-5529-F713-9F10CF35C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04" y="1095374"/>
            <a:ext cx="11664696" cy="536028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module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Virtual Network with public and private subnets and a Network Security Group. Databricks clusters run inside this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no public IP means cluster traffic stays private inside Azure. This is a security requirement.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Workspace module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the Databricks workspace using Premium SKU and injects it into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Premium is required for Unity Catalog.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 Catalog module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metastore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dev catalog, and three schemas — bronze, silver, and gold. This is the data governance layer.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module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 Azure Key Vault to store secrets, a service principal for the CI/CD pipeline, a secret scope that links Databricks to Key Vault, and a cluster policy that limits what size clusters engineers can create — cost control.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module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shared interactive cluster for ad-hoc queries and an instance pool that pre-warms virtual machines. Both use Azure spot pricing — up to 60% cheaper than on-demand. The cluster auto-terminates after 30 minutes idle.</a:t>
            </a:r>
          </a:p>
        </p:txBody>
      </p:sp>
    </p:spTree>
    <p:extLst>
      <p:ext uri="{BB962C8B-B14F-4D97-AF65-F5344CB8AC3E}">
        <p14:creationId xmlns:p14="http://schemas.microsoft.com/office/powerpoint/2010/main" val="3467760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B6BE-FF3A-8C92-7A10-FD763D4FA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552" y="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3F16-200D-3594-CD87-12C6E1756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552" y="1253331"/>
            <a:ext cx="11966448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 </a:t>
            </a:r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initializes a working directory. It sets up the backend, installs required plugins, and prepares the env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 plan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execution plan, showing the changes Terraform will make to achieve the desired state.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 apply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the changes defined in the configuration files to the infrastructure.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 destroy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deletes the resources.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commands : terraform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fmt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terraform validate, terraform workspace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Folder Structure: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Main.tf – what we are building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Variables.tf – input variables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Output.tf – what terraform returns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Providers.tf – where it’s being deployed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Azure, AWS…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Tfvars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Values are passed through .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tfvars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615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B85C1-2CEE-0517-B321-2152FA222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88" y="-9779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3F313-1164-785A-0F32-C2509F86B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128" y="966089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storing terraform state files in Azure Blob Storage /AWS S3 Bucket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locking – prevents concurrent operations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versioning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encryption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 state file(.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tfstate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information about the managed infrastructure</a:t>
            </a:r>
          </a:p>
          <a:p>
            <a:pPr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track of resources created and their current state</a:t>
            </a:r>
          </a:p>
          <a:p>
            <a:pPr>
              <a:buFontTx/>
              <a:buChar char="-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terraform to understand what change needs to be made(create, upgrade, destroy)</a:t>
            </a:r>
          </a:p>
          <a:p>
            <a:pPr>
              <a:buFontTx/>
              <a:buChar char="-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853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ED8-6D9B-C36D-8226-49C3DF634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Databricks Asset Bundles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F6BDFF4-6B96-D694-DD12-61391ED26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256" y="1061307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just a folder with your code + a YAML config file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databricks.yml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that describes everything your project needs: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Notebooks &amp; Python files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and their schedules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Pipelines (Delta Live Tables)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&amp; experiments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Permissions and cluster configs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 used: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Databricks bundle validate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Databricks bundle deploy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Databricks bundle run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Databricks bundle destroy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782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C1A7F-D66D-FA79-3887-CC5311ACD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457200"/>
            <a:ext cx="11320272" cy="60356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databricks.yml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blueprint for your Databricks job. It answers: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this bundle called?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notebooks run and in what order?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cluster does it use?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catalog does it write to per environment?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deploy.yml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automation that takes that blueprint and deploys it. It answers: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should this pipeline run?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bundle should it deploy — customer, finance, or both?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it know the workspace URL? (reads from Key Vault)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it run the job after deploying?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105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E69102-2A5D-F0E3-9CA6-D294CFCB5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506"/>
            <a:ext cx="12192000" cy="667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53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AA6528-53DB-AD29-5964-CF83F280A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39" y="0"/>
            <a:ext cx="11975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37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080457-0F04-BA16-8173-EA3DF67D5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" y="0"/>
            <a:ext cx="12192000" cy="33490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9AC26F-85AC-F170-9071-DB2F4D63E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" y="3340831"/>
            <a:ext cx="12192000" cy="351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63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B46DCE-C266-30E2-3142-6BF133699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3117"/>
            <a:ext cx="12192000" cy="593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72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1F038A-87EC-8AFA-14FB-0BF69A781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1962"/>
            <a:ext cx="12192000" cy="433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16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1A705D-838D-BA95-C533-7B10048A4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3689"/>
            <a:ext cx="12192000" cy="599062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719FEB6-AADB-4CAF-27B0-CED27658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" y="49006"/>
            <a:ext cx="3944112" cy="384683"/>
          </a:xfrm>
        </p:spPr>
        <p:txBody>
          <a:bodyPr>
            <a:normAutofit fontScale="90000"/>
          </a:bodyPr>
          <a:lstStyle/>
          <a:p>
            <a:r>
              <a:rPr lang="en-IN" dirty="0"/>
              <a:t>Remote Backend</a:t>
            </a:r>
          </a:p>
        </p:txBody>
      </p:sp>
    </p:spTree>
    <p:extLst>
      <p:ext uri="{BB962C8B-B14F-4D97-AF65-F5344CB8AC3E}">
        <p14:creationId xmlns:p14="http://schemas.microsoft.com/office/powerpoint/2010/main" val="2273150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70E4C-421C-AB2B-9AD6-0D6F77534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26797"/>
            <a:ext cx="2545080" cy="421259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Catalog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D29885-6CD1-FDA8-EDBF-286643A63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9845"/>
            <a:ext cx="12192000" cy="60383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B4F762-4A79-2F31-90F1-CC6D9CBCAD2A}"/>
              </a:ext>
            </a:extLst>
          </p:cNvPr>
          <p:cNvSpPr/>
          <p:nvPr/>
        </p:nvSpPr>
        <p:spPr>
          <a:xfrm>
            <a:off x="1316736" y="2322576"/>
            <a:ext cx="1892808" cy="2542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738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A5B02-8A56-137B-8FF5-C980DD898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3FE25E-9F05-0C8F-ED6E-2F942D193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8614"/>
            <a:ext cx="12192000" cy="580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54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C7855-A074-619A-953A-6ACC03D7C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BFD922-4640-BFB5-84B8-35D867D15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2"/>
            <a:ext cx="12192000" cy="445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13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04FF96-EA7F-0C19-5221-D3CC0219B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48"/>
            <a:ext cx="10616184" cy="41113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CFE7B6-AE9B-3544-6774-42B496980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415" y="4032504"/>
            <a:ext cx="5719706" cy="283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527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7506</TotalTime>
  <Words>781</Words>
  <Application>Microsoft Office PowerPoint</Application>
  <PresentationFormat>Widescreen</PresentationFormat>
  <Paragraphs>92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Times New Roman</vt:lpstr>
      <vt:lpstr>Wingdings</vt:lpstr>
      <vt:lpstr>Office Theme</vt:lpstr>
      <vt:lpstr>E2E IMPLEMENTATION OF DATABRICKS   INFRASTRUCUTRE</vt:lpstr>
      <vt:lpstr>Problem we are solving</vt:lpstr>
      <vt:lpstr>Tools used:</vt:lpstr>
      <vt:lpstr>Architecture</vt:lpstr>
      <vt:lpstr>PowerPoint Presentation</vt:lpstr>
      <vt:lpstr>Platform-infra  what terraform modules creates</vt:lpstr>
      <vt:lpstr>Terraform Overview</vt:lpstr>
      <vt:lpstr>Remote Backend</vt:lpstr>
      <vt:lpstr>Databricks Asset Bundles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Remote Backend</vt:lpstr>
      <vt:lpstr>Catalog</vt:lpstr>
      <vt:lpstr>PowerPoint Presentation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Deepika Elangovan</dc:creator>
  <cp:lastModifiedBy>Deepika Elangovan</cp:lastModifiedBy>
  <cp:revision>1</cp:revision>
  <dcterms:created xsi:type="dcterms:W3CDTF">2026-05-14T06:38:53Z</dcterms:created>
  <dcterms:modified xsi:type="dcterms:W3CDTF">2026-06-01T20:34:26Z</dcterms:modified>
</cp:coreProperties>
</file>